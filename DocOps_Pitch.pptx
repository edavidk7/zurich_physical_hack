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40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Calibri"/>
              </a:defRPr>
            </a:pPr>
            <a:r>
              <a:t>DocOps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BBBBBB"/>
                </a:solidFill>
                <a:latin typeface="Calibri"/>
              </a:defRPr>
            </a:pPr>
            <a:r>
              <a:t>Documents don't just get read. They get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Golden Grippers  |  Zurich Physical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2860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0F172A"/>
                </a:solidFill>
                <a:latin typeface="Calibri"/>
              </a:defRPr>
            </a:pPr>
            <a:r>
              <a:t>PDF → Parse → Plan → See → 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4B8A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SOPs collect dust.  Datasheets get skimmed.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Engineers manually interpret 100-page datasheets to set up tests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Verification steps are error-prone, tedious, and unscalable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Robot arms exist — but programming them per-task is slow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No bridge between documentation and physical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What if your documentation</a:t>
            </a:r>
            <a:br/>
            <a:r>
              <a:t>was executable?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14B8A6"/>
                </a:solidFill>
                <a:latin typeface="Calibri"/>
              </a:defRPr>
            </a:pPr>
            <a:r>
              <a:t>Drop a PDF.  Get a robot that follows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4B8A6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Upload an Arduino Uno datasheet (PDF)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"Verify the 5V pin outputs correct voltage"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91839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375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reads the doc → extracts specs (4.8 – 5.2 V)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069079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79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Builds a step-by-step verification plan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VLM localizes the 5V pin on live camera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6235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Robot arm probes it — autonomously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4B8A6"/>
                </a:solidFill>
                <a:latin typeface="Calibri"/>
              </a:defRPr>
            </a:pPr>
            <a:r>
              <a:t>The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554480" cy="10972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Docling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468880"/>
            <a:ext cx="4114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286000"/>
            <a:ext cx="1554480" cy="10972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Parse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Docling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68880"/>
            <a:ext cx="4114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286000"/>
            <a:ext cx="1554480" cy="10972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468880"/>
            <a:ext cx="4114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59" y="2286000"/>
            <a:ext cx="1554480" cy="10972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Gemini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468880"/>
            <a:ext cx="4114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286000"/>
            <a:ext cx="1554480" cy="10972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See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VLM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39" y="2468880"/>
            <a:ext cx="4114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0" y="2286000"/>
            <a:ext cx="1554480" cy="10972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SO-ARM100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BBBBBB"/>
                </a:solidFill>
                <a:latin typeface="Calibri"/>
              </a:defRPr>
            </a:pPr>
            <a:r>
              <a:t>End-to-end: from unstructured PDF to physical robot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4B8A6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371600" cy="5486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Parse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Extract specs, pins, safety warnings,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Docling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1371600" cy="548640"/>
          </a:xfrm>
          <a:prstGeom prst="roundRect">
            <a:avLst/>
          </a:prstGeom>
          <a:solidFill>
            <a:srgbClr val="0E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53288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Generate verified task plans with pass/fail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532887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Gemini 2.0 Flash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36976"/>
            <a:ext cx="1371600" cy="5486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826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RAG over parsed document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282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Embedding + Vector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86783"/>
            <a:ext cx="1371600" cy="548640"/>
          </a:xfrm>
          <a:prstGeom prst="roundRect">
            <a:avLst/>
          </a:prstGeom>
          <a:solidFill>
            <a:srgbClr val="0E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03250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Locate components + tool tip on live 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032503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VLM Keypoints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36592"/>
            <a:ext cx="1371600" cy="5486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782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6-DOF arm with IK/FK, speed control, 3D twin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7823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SO-ARM100 + URDF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371600" cy="548640"/>
          </a:xfrm>
          <a:prstGeom prst="roundRect">
            <a:avLst/>
          </a:prstGeom>
          <a:solidFill>
            <a:srgbClr val="0E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Real-time dashboard with streaming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532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Next.js + Three.js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4B8A6"/>
                </a:solidFill>
                <a:latin typeface="Calibri"/>
              </a:defRPr>
            </a:pPr>
            <a:r>
              <a:t>The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Task execution with streaming pipeline progress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Knowledge base with parsed docs &amp; diagrams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Live camera feed with keypoint overlay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3D URDF simulator mirroring real arm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IK/FK arm control with speed slider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One-click "Deploy to Robot"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389120" cy="1371600"/>
          </a:xfrm>
          <a:prstGeom prst="roundRect">
            <a:avLst/>
          </a:prstGeom>
          <a:solidFill>
            <a:srgbClr val="1A253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[ Task View screenshot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3291840"/>
            <a:ext cx="4389120" cy="1371600"/>
          </a:xfrm>
          <a:prstGeom prst="roundRect">
            <a:avLst/>
          </a:prstGeom>
          <a:solidFill>
            <a:srgbClr val="1A253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[ 3D Sim screenshot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937760"/>
            <a:ext cx="4389120" cy="1371600"/>
          </a:xfrm>
          <a:prstGeom prst="roundRect">
            <a:avLst/>
          </a:prstGeom>
          <a:solidFill>
            <a:srgbClr val="1A253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[ Camera screenshot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4B8A6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200400"/>
          </a:xfrm>
          <a:prstGeom prst="roundRect">
            <a:avLst/>
          </a:prstGeom>
          <a:solidFill>
            <a:srgbClr val="1A253A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14B8A6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t>Machine-verified against spec,</a:t>
            </a:r>
            <a:br/>
            <a:r>
              <a:t>not human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011680"/>
            <a:ext cx="2560320" cy="3200400"/>
          </a:xfrm>
          <a:prstGeom prst="roundRect">
            <a:avLst/>
          </a:prstGeom>
          <a:solidFill>
            <a:srgbClr val="1A253A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14B8A6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2004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t>Minutes, not hours</a:t>
            </a:r>
            <a:br/>
            <a:r>
              <a:t>per test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2560320" cy="3200400"/>
          </a:xfrm>
          <a:prstGeom prst="roundRect">
            <a:avLst/>
          </a:prstGeom>
          <a:solidFill>
            <a:srgbClr val="1A253A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14B8A6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004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t>AI surfaces warnings</a:t>
            </a:r>
            <a:br/>
            <a:r>
              <a:t>before the probe touches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1A253A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14B8A6"/>
                </a:solidFill>
                <a:latin typeface="Calibri"/>
              </a:defRPr>
            </a:pPr>
            <a:r>
              <a:t>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2004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t>New doc = new capability,</a:t>
            </a:r>
            <a:br/>
            <a:r>
              <a:t>zero reprogramming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4B8A6"/>
                </a:solidFill>
                <a:latin typeface="Calibri"/>
              </a:defRPr>
            </a:pPr>
            <a:r>
              <a:t>Future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Calibri"/>
              </a:defRPr>
            </a:pPr>
            <a:r>
              <a:t>Closed-loop: read measurement → compare to spec → decide next step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Calibri"/>
              </a:defRPr>
            </a:pPr>
            <a:r>
              <a:t>Multi-arm orchestration for complex assemblies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Calibri"/>
              </a:defRPr>
            </a:pPr>
            <a:r>
              <a:t>Factory floor deployment with fleet management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  <a:latin typeface="Calibri"/>
              </a:defRPr>
            </a:pPr>
            <a:r>
              <a:t>Any robot, any document, any task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Calibri"/>
              </a:defRPr>
            </a:pPr>
            <a:r>
              <a:t>DocOps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BBBBBB"/>
                </a:solidFill>
                <a:latin typeface="Calibri"/>
              </a:defRPr>
            </a:pPr>
            <a:r>
              <a:t>From datasheet to done.  Zero code.  One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Live demo available  ·  Golden Grippers  ·  Zurich Physical Hack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